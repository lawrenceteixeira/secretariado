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2" r:id="rId6"/>
    <p:sldId id="263" r:id="rId7"/>
    <p:sldId id="260" r:id="rId8"/>
    <p:sldId id="261" r:id="rId9"/>
    <p:sldId id="264" r:id="rId10"/>
    <p:sldId id="265" r:id="rId11"/>
    <p:sldId id="285" r:id="rId12"/>
    <p:sldId id="267" r:id="rId13"/>
    <p:sldId id="268" r:id="rId14"/>
    <p:sldId id="269" r:id="rId15"/>
    <p:sldId id="270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0F0E79-115A-476B-8785-1B016EC5114B}" v="2" dt="2026-10-12T22:02:12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7627" autoAdjust="0"/>
  </p:normalViewPr>
  <p:slideViewPr>
    <p:cSldViewPr snapToGrid="0">
      <p:cViewPr varScale="1">
        <p:scale>
          <a:sx n="63" d="100"/>
          <a:sy n="63" d="100"/>
        </p:scale>
        <p:origin x="23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2T23:25:28.209" v="292" actId="1038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modSp mod ord modNotesTx">
        <pc:chgData name="Lawrence Teixeira" userId="831f394bc9e513ba" providerId="LiveId" clId="{A77AB589-1CC8-4D5E-A735-B2803AC80452}" dt="2026-10-12T21:49:05.476" v="255"/>
        <pc:sldMkLst>
          <pc:docMk/>
          <pc:sldMk cId="200375111" sldId="263"/>
        </pc:sldMkLst>
        <pc:spChg chg="mod">
          <ac:chgData name="Lawrence Teixeira" userId="831f394bc9e513ba" providerId="LiveId" clId="{A77AB589-1CC8-4D5E-A735-B2803AC80452}" dt="2026-10-12T21:49:05.476" v="255"/>
          <ac:spMkLst>
            <pc:docMk/>
            <pc:sldMk cId="200375111" sldId="263"/>
            <ac:spMk id="13" creationId="{BBD0C58B-2E9A-4FD9-BF0B-12A8971E5749}"/>
          </ac:spMkLst>
        </pc:spChg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del">
          <ac:chgData name="Lawrence Teixeira" userId="831f394bc9e513ba" providerId="LiveId" clId="{A77AB589-1CC8-4D5E-A735-B2803AC80452}" dt="2026-10-12T17:23:14.766" v="199" actId="478"/>
          <ac:spMkLst>
            <pc:docMk/>
            <pc:sldMk cId="386876450" sldId="265"/>
            <ac:spMk id="3" creationId="{B34522EC-74C7-4D8F-B560-2C6AA9BCF37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4" creationId="{7FA3737A-012F-4AB2-811C-59183C1D859D}"/>
          </ac:spMkLst>
        </pc:spChg>
        <pc:spChg chg="del">
          <ac:chgData name="Lawrence Teixeira" userId="831f394bc9e513ba" providerId="LiveId" clId="{A77AB589-1CC8-4D5E-A735-B2803AC80452}" dt="2026-10-12T17:23:17.666" v="200" actId="478"/>
          <ac:spMkLst>
            <pc:docMk/>
            <pc:sldMk cId="386876450" sldId="265"/>
            <ac:spMk id="5" creationId="{B4212355-C7E7-4A77-ABD4-3C473C4B8FA0}"/>
          </ac:spMkLst>
        </pc:spChg>
        <pc:spChg chg="del">
          <ac:chgData name="Lawrence Teixeira" userId="831f394bc9e513ba" providerId="LiveId" clId="{A77AB589-1CC8-4D5E-A735-B2803AC80452}" dt="2026-10-12T17:23:18.951" v="201" actId="478"/>
          <ac:spMkLst>
            <pc:docMk/>
            <pc:sldMk cId="386876450" sldId="265"/>
            <ac:spMk id="6" creationId="{C0F5BA56-BBC6-4AE7-B3B5-E6233BDEECD0}"/>
          </ac:spMkLst>
        </pc:spChg>
        <pc:spChg chg="del">
          <ac:chgData name="Lawrence Teixeira" userId="831f394bc9e513ba" providerId="LiveId" clId="{A77AB589-1CC8-4D5E-A735-B2803AC80452}" dt="2026-10-12T17:23:20.540" v="202" actId="478"/>
          <ac:spMkLst>
            <pc:docMk/>
            <pc:sldMk cId="386876450" sldId="265"/>
            <ac:spMk id="7" creationId="{47353910-54A2-4C3D-A778-6A03C165FEAB}"/>
          </ac:spMkLst>
        </pc:spChg>
        <pc:spChg chg="del">
          <ac:chgData name="Lawrence Teixeira" userId="831f394bc9e513ba" providerId="LiveId" clId="{A77AB589-1CC8-4D5E-A735-B2803AC80452}" dt="2026-10-12T17:23:22.143" v="203" actId="478"/>
          <ac:spMkLst>
            <pc:docMk/>
            <pc:sldMk cId="386876450" sldId="265"/>
            <ac:spMk id="8" creationId="{AABBC94A-0824-44E5-BA7D-B8B61C9ED7E0}"/>
          </ac:spMkLst>
        </pc:spChg>
        <pc:spChg chg="del">
          <ac:chgData name="Lawrence Teixeira" userId="831f394bc9e513ba" providerId="LiveId" clId="{A77AB589-1CC8-4D5E-A735-B2803AC80452}" dt="2026-10-12T17:23:24.282" v="204" actId="478"/>
          <ac:spMkLst>
            <pc:docMk/>
            <pc:sldMk cId="386876450" sldId="265"/>
            <ac:spMk id="9" creationId="{9B78AB5F-04DB-4A62-B05C-831E7E9CCB56}"/>
          </ac:spMkLst>
        </pc:spChg>
        <pc:spChg chg="del">
          <ac:chgData name="Lawrence Teixeira" userId="831f394bc9e513ba" providerId="LiveId" clId="{A77AB589-1CC8-4D5E-A735-B2803AC80452}" dt="2026-10-12T17:23:26.759" v="205" actId="478"/>
          <ac:spMkLst>
            <pc:docMk/>
            <pc:sldMk cId="386876450" sldId="265"/>
            <ac:spMk id="11" creationId="{2A4DE98E-C4D0-496E-BC2C-B1B518A26A5C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2" creationId="{436B5C09-A8CB-45E9-A022-BA8EB4796DAE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3" creationId="{AD58592C-7689-4712-88E5-1680BF9ED57D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4" creationId="{0A461101-4CD8-4C0E-880A-E18663AC5B87}"/>
          </ac:spMkLst>
        </pc:spChg>
        <pc:spChg chg="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5" creationId="{7A480A0C-5269-4397-8CE9-246BC4A66EC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6" creationId="{6F4BDC48-FFB0-41ED-83DA-CB99C7499D98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7" creationId="{0850C139-4A72-4433-A98B-4A4D291AD147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8" creationId="{8AD3FA4F-5EE1-4CDD-9766-5FDDA62827D2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9" creationId="{51B5B866-CEC1-4E9D-841E-87369D4CBBC4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20" creationId="{224728B3-8418-4DF9-A179-64D91D92FDBC}"/>
          </ac:spMkLst>
        </pc:spChg>
        <pc:spChg chg="del">
          <ac:chgData name="Lawrence Teixeira" userId="831f394bc9e513ba" providerId="LiveId" clId="{A77AB589-1CC8-4D5E-A735-B2803AC80452}" dt="2026-10-12T16:42:53.048" v="192" actId="478"/>
          <ac:spMkLst>
            <pc:docMk/>
            <pc:sldMk cId="386876450" sldId="265"/>
            <ac:spMk id="21" creationId="{D243AA90-C616-4AF4-AE91-483A28798FA9}"/>
          </ac:spMkLst>
        </pc:spChg>
        <pc:spChg chg="del">
          <ac:chgData name="Lawrence Teixeira" userId="831f394bc9e513ba" providerId="LiveId" clId="{A77AB589-1CC8-4D5E-A735-B2803AC80452}" dt="2026-10-12T16:42:54.534" v="193" actId="478"/>
          <ac:spMkLst>
            <pc:docMk/>
            <pc:sldMk cId="386876450" sldId="265"/>
            <ac:spMk id="22" creationId="{476D254F-03B5-45B1-B02E-3891A0700515}"/>
          </ac:spMkLst>
        </pc:spChg>
        <pc:spChg chg="del mod">
          <ac:chgData name="Lawrence Teixeira" userId="831f394bc9e513ba" providerId="LiveId" clId="{A77AB589-1CC8-4D5E-A735-B2803AC80452}" dt="2026-10-12T17:24:21.183" v="210" actId="478"/>
          <ac:spMkLst>
            <pc:docMk/>
            <pc:sldMk cId="386876450" sldId="265"/>
            <ac:spMk id="23" creationId="{FED79C5D-F010-4DC8-8EED-2FB721B656A9}"/>
          </ac:spMkLst>
        </pc:spChg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  <pc:picChg chg="add del mod">
          <ac:chgData name="Lawrence Teixeira" userId="831f394bc9e513ba" providerId="LiveId" clId="{A77AB589-1CC8-4D5E-A735-B2803AC80452}" dt="2026-10-12T17:23:30.851" v="206" actId="478"/>
          <ac:picMkLst>
            <pc:docMk/>
            <pc:sldMk cId="386876450" sldId="265"/>
            <ac:picMk id="10" creationId="{89438475-F748-D5D1-1820-B74B83E90692}"/>
          </ac:picMkLst>
        </pc:picChg>
        <pc:picChg chg="add del mod">
          <ac:chgData name="Lawrence Teixeira" userId="831f394bc9e513ba" providerId="LiveId" clId="{A77AB589-1CC8-4D5E-A735-B2803AC80452}" dt="2026-10-12T18:37:23.078" v="214" actId="478"/>
          <ac:picMkLst>
            <pc:docMk/>
            <pc:sldMk cId="386876450" sldId="265"/>
            <ac:picMk id="25" creationId="{A6BF9E2D-E258-0AEC-4399-49FDA9A15BDE}"/>
          </ac:picMkLst>
        </pc:picChg>
        <pc:cxnChg chg="mod">
          <ac:chgData name="Lawrence Teixeira" userId="831f394bc9e513ba" providerId="LiveId" clId="{A77AB589-1CC8-4D5E-A735-B2803AC80452}" dt="2026-10-12T17:23:14.766" v="199" actId="478"/>
          <ac:cxnSpMkLst>
            <pc:docMk/>
            <pc:sldMk cId="386876450" sldId="265"/>
            <ac:cxnSpMk id="51" creationId="{00000000-0000-0000-0000-000000000000}"/>
          </ac:cxnSpMkLst>
        </pc:cxnChg>
      </pc:sldChg>
      <pc:sldChg chg="del mod modShow">
        <pc:chgData name="Lawrence Teixeira" userId="831f394bc9e513ba" providerId="LiveId" clId="{A77AB589-1CC8-4D5E-A735-B2803AC80452}" dt="2026-10-12T15:59:54.113" v="82" actId="47"/>
        <pc:sldMkLst>
          <pc:docMk/>
          <pc:sldMk cId="1120711980" sldId="266"/>
        </pc:sldMkLst>
      </pc:sldChg>
      <pc:sldChg chg="addSp delSp modSp mod">
        <pc:chgData name="Lawrence Teixeira" userId="831f394bc9e513ba" providerId="LiveId" clId="{A77AB589-1CC8-4D5E-A735-B2803AC80452}" dt="2026-10-12T23:25:28.209" v="292" actId="1038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3" creationId="{9C432E93-4784-40F3-93E9-F195A2C76F38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4" creationId="{C7255DD4-AB7F-4F5C-B9DE-49E6EC5CED00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5" creationId="{515AC4DC-BADF-4588-A79B-A71AF7608165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6" creationId="{B55C7145-E62F-4838-BE48-F1935C81EE7D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7" creationId="{FA9FBFAB-0C0E-4B2A-B566-4F6D7D1494A9}"/>
          </ac:spMkLst>
        </pc:spChg>
        <pc:spChg chg="del">
          <ac:chgData name="Lawrence Teixeira" userId="831f394bc9e513ba" providerId="LiveId" clId="{A77AB589-1CC8-4D5E-A735-B2803AC80452}" dt="2026-10-12T16:40:07.943" v="190" actId="478"/>
          <ac:spMkLst>
            <pc:docMk/>
            <pc:sldMk cId="728597549" sldId="267"/>
            <ac:spMk id="38" creationId="{FA7B2502-967E-4859-8A31-F100CBA32B3D}"/>
          </ac:spMkLst>
        </pc:spChg>
        <pc:spChg chg="del">
          <ac:chgData name="Lawrence Teixeira" userId="831f394bc9e513ba" providerId="LiveId" clId="{A77AB589-1CC8-4D5E-A735-B2803AC80452}" dt="2026-10-12T16:40:00.123" v="184" actId="478"/>
          <ac:spMkLst>
            <pc:docMk/>
            <pc:sldMk cId="728597549" sldId="267"/>
            <ac:spMk id="39" creationId="{4ABC0A9E-0920-4C1A-A582-E0879A6D84D6}"/>
          </ac:spMkLst>
        </pc:spChg>
        <pc:spChg chg="del mod">
          <ac:chgData name="Lawrence Teixeira" userId="831f394bc9e513ba" providerId="LiveId" clId="{A77AB589-1CC8-4D5E-A735-B2803AC80452}" dt="2026-10-12T16:40:03.190" v="187" actId="478"/>
          <ac:spMkLst>
            <pc:docMk/>
            <pc:sldMk cId="728597549" sldId="267"/>
            <ac:spMk id="41" creationId="{268EA55B-BEA4-4552-90A4-543B3FC0B207}"/>
          </ac:spMkLst>
        </pc:spChg>
        <pc:spChg chg="del">
          <ac:chgData name="Lawrence Teixeira" userId="831f394bc9e513ba" providerId="LiveId" clId="{A77AB589-1CC8-4D5E-A735-B2803AC80452}" dt="2026-10-12T16:40:05.716" v="188" actId="478"/>
          <ac:spMkLst>
            <pc:docMk/>
            <pc:sldMk cId="728597549" sldId="267"/>
            <ac:spMk id="42" creationId="{20B08066-7C81-4887-834C-39C5C3031679}"/>
          </ac:spMkLst>
        </pc:spChg>
        <pc:spChg chg="del">
          <ac:chgData name="Lawrence Teixeira" userId="831f394bc9e513ba" providerId="LiveId" clId="{A77AB589-1CC8-4D5E-A735-B2803AC80452}" dt="2026-10-12T16:40:07.149" v="189" actId="478"/>
          <ac:spMkLst>
            <pc:docMk/>
            <pc:sldMk cId="728597549" sldId="267"/>
            <ac:spMk id="43" creationId="{21AE72B1-96F6-43FB-827D-1677BEFBA0C1}"/>
          </ac:spMkLst>
        </pc:spChg>
        <pc:spChg chg="del">
          <ac:chgData name="Lawrence Teixeira" userId="831f394bc9e513ba" providerId="LiveId" clId="{A77AB589-1CC8-4D5E-A735-B2803AC80452}" dt="2026-10-12T16:37:59.547" v="172" actId="478"/>
          <ac:spMkLst>
            <pc:docMk/>
            <pc:sldMk cId="728597549" sldId="267"/>
            <ac:spMk id="44" creationId="{90ED55F6-E7C5-4D9A-804D-C63BDEA5EA04}"/>
          </ac:spMkLst>
        </pc:spChg>
        <pc:spChg chg="del">
          <ac:chgData name="Lawrence Teixeira" userId="831f394bc9e513ba" providerId="LiveId" clId="{A77AB589-1CC8-4D5E-A735-B2803AC80452}" dt="2026-10-12T16:38:05.937" v="177" actId="478"/>
          <ac:spMkLst>
            <pc:docMk/>
            <pc:sldMk cId="728597549" sldId="267"/>
            <ac:spMk id="45" creationId="{29A0489E-46B9-4323-9B36-66C0DDA52B8C}"/>
          </ac:spMkLst>
        </pc:spChg>
        <pc:spChg chg="del mod">
          <ac:chgData name="Lawrence Teixeira" userId="831f394bc9e513ba" providerId="LiveId" clId="{A77AB589-1CC8-4D5E-A735-B2803AC80452}" dt="2026-10-12T16:38:02.869" v="175" actId="478"/>
          <ac:spMkLst>
            <pc:docMk/>
            <pc:sldMk cId="728597549" sldId="267"/>
            <ac:spMk id="47" creationId="{77DB557A-AAF7-4F6A-998E-4831FEDC534A}"/>
          </ac:spMkLst>
        </pc:spChg>
        <pc:spChg chg="del">
          <ac:chgData name="Lawrence Teixeira" userId="831f394bc9e513ba" providerId="LiveId" clId="{A77AB589-1CC8-4D5E-A735-B2803AC80452}" dt="2026-10-12T16:38:04.874" v="176" actId="478"/>
          <ac:spMkLst>
            <pc:docMk/>
            <pc:sldMk cId="728597549" sldId="267"/>
            <ac:spMk id="48" creationId="{19C290CD-8A99-4254-87A2-9F78EDB036C4}"/>
          </ac:spMkLst>
        </pc:spChg>
        <pc:spChg chg="del">
          <ac:chgData name="Lawrence Teixeira" userId="831f394bc9e513ba" providerId="LiveId" clId="{A77AB589-1CC8-4D5E-A735-B2803AC80452}" dt="2026-10-12T16:38:19.527" v="179" actId="478"/>
          <ac:spMkLst>
            <pc:docMk/>
            <pc:sldMk cId="728597549" sldId="267"/>
            <ac:spMk id="49" creationId="{20B3156A-0459-4CAC-AB2E-E614EB37B4B4}"/>
          </ac:spMkLst>
        </pc:spChg>
        <pc:spChg chg="del">
          <ac:chgData name="Lawrence Teixeira" userId="831f394bc9e513ba" providerId="LiveId" clId="{A77AB589-1CC8-4D5E-A735-B2803AC80452}" dt="2026-10-12T16:38:18.746" v="178" actId="478"/>
          <ac:spMkLst>
            <pc:docMk/>
            <pc:sldMk cId="728597549" sldId="267"/>
            <ac:spMk id="50" creationId="{7B7209E2-CA92-4878-B440-22BCDC99E91D}"/>
          </ac:spMkLst>
        </pc:spChg>
        <pc:spChg chg="del">
          <ac:chgData name="Lawrence Teixeira" userId="831f394bc9e513ba" providerId="LiveId" clId="{A77AB589-1CC8-4D5E-A735-B2803AC80452}" dt="2026-10-12T16:38:21.276" v="180" actId="478"/>
          <ac:spMkLst>
            <pc:docMk/>
            <pc:sldMk cId="728597549" sldId="267"/>
            <ac:spMk id="52" creationId="{756358E9-A709-4CC1-B426-98D5D2789DA6}"/>
          </ac:spMkLst>
        </pc:spChg>
        <pc:spChg chg="del">
          <ac:chgData name="Lawrence Teixeira" userId="831f394bc9e513ba" providerId="LiveId" clId="{A77AB589-1CC8-4D5E-A735-B2803AC80452}" dt="2026-10-12T16:38:23.418" v="182" actId="478"/>
          <ac:spMkLst>
            <pc:docMk/>
            <pc:sldMk cId="728597549" sldId="267"/>
            <ac:spMk id="53" creationId="{9DBB2A62-4894-4019-8E3D-4B843D7D3E0F}"/>
          </ac:spMkLst>
        </pc:spChg>
        <pc:spChg chg="del">
          <ac:chgData name="Lawrence Teixeira" userId="831f394bc9e513ba" providerId="LiveId" clId="{A77AB589-1CC8-4D5E-A735-B2803AC80452}" dt="2026-10-12T16:38:25.193" v="183" actId="478"/>
          <ac:spMkLst>
            <pc:docMk/>
            <pc:sldMk cId="728597549" sldId="267"/>
            <ac:spMk id="54" creationId="{6D0586A9-9AA2-45E5-8001-3EB9A7E24629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23:25:28.209" v="292" actId="1038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add mod">
          <ac:chgData name="Lawrence Teixeira" userId="831f394bc9e513ba" providerId="LiveId" clId="{A77AB589-1CC8-4D5E-A735-B2803AC80452}" dt="2026-10-12T23:25:08.024" v="285" actId="1076"/>
          <ac:picMkLst>
            <pc:docMk/>
            <pc:sldMk cId="728597549" sldId="267"/>
            <ac:picMk id="17" creationId="{93F64562-DFDF-A1B7-FD62-50E3FF2CEF33}"/>
          </ac:picMkLst>
        </pc:picChg>
        <pc:picChg chg="del">
          <ac:chgData name="Lawrence Teixeira" userId="831f394bc9e513ba" providerId="LiveId" clId="{A77AB589-1CC8-4D5E-A735-B2803AC80452}" dt="2026-10-12T23:24:45.050" v="281" actId="478"/>
          <ac:picMkLst>
            <pc:docMk/>
            <pc:sldMk cId="728597549" sldId="267"/>
            <ac:picMk id="95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40:00.983" v="185" actId="478"/>
          <ac:picMkLst>
            <pc:docMk/>
            <pc:sldMk cId="728597549" sldId="267"/>
            <ac:picMk id="112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00.985" v="173" actId="478"/>
          <ac:picMkLst>
            <pc:docMk/>
            <pc:sldMk cId="728597549" sldId="267"/>
            <ac:picMk id="11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22.025" v="181" actId="478"/>
          <ac:picMkLst>
            <pc:docMk/>
            <pc:sldMk cId="728597549" sldId="267"/>
            <ac:picMk id="123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23:25:22.805" v="287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7:50:27.020" v="212" actId="478"/>
          <ac:picMkLst>
            <pc:docMk/>
            <pc:sldMk cId="728597549" sldId="267"/>
            <ac:picMk id="139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2T15:58:23.717" v="78" actId="47"/>
        <pc:sldMkLst>
          <pc:docMk/>
          <pc:sldMk cId="1278706577" sldId="271"/>
        </pc:sldMkLst>
      </pc:sldChg>
      <pc:sldChg chg="del">
        <pc:chgData name="Lawrence Teixeira" userId="831f394bc9e513ba" providerId="LiveId" clId="{A77AB589-1CC8-4D5E-A735-B2803AC80452}" dt="2026-10-12T15:58:26.709" v="79" actId="47"/>
        <pc:sldMkLst>
          <pc:docMk/>
          <pc:sldMk cId="30956118" sldId="272"/>
        </pc:sldMkLst>
      </pc:sldChg>
      <pc:sldChg chg="del">
        <pc:chgData name="Lawrence Teixeira" userId="831f394bc9e513ba" providerId="LiveId" clId="{A77AB589-1CC8-4D5E-A735-B2803AC80452}" dt="2026-10-12T15:58:28.234" v="80" actId="47"/>
        <pc:sldMkLst>
          <pc:docMk/>
          <pc:sldMk cId="455870381" sldId="273"/>
        </pc:sldMkLst>
      </pc:sldChg>
      <pc:sldChg chg="del">
        <pc:chgData name="Lawrence Teixeira" userId="831f394bc9e513ba" providerId="LiveId" clId="{A77AB589-1CC8-4D5E-A735-B2803AC80452}" dt="2026-10-12T15:58:15.308" v="77" actId="47"/>
        <pc:sldMkLst>
          <pc:docMk/>
          <pc:sldMk cId="367352861" sldId="274"/>
        </pc:sldMkLst>
      </pc:sldChg>
      <pc:sldChg chg="addSp modSp mod modNotesTx">
        <pc:chgData name="Lawrence Teixeira" userId="831f394bc9e513ba" providerId="LiveId" clId="{A77AB589-1CC8-4D5E-A735-B2803AC80452}" dt="2026-10-12T23:24:25.252" v="277" actId="1076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  <pc:picChg chg="add mod">
          <ac:chgData name="Lawrence Teixeira" userId="831f394bc9e513ba" providerId="LiveId" clId="{A77AB589-1CC8-4D5E-A735-B2803AC80452}" dt="2026-10-12T23:24:25.252" v="277" actId="1076"/>
          <ac:picMkLst>
            <pc:docMk/>
            <pc:sldMk cId="1428649063" sldId="275"/>
            <ac:picMk id="8" creationId="{890CBA5E-FED5-71F8-5472-E2FE042FC341}"/>
          </ac:picMkLst>
        </pc:pic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  <pc:spChg chg="del">
          <ac:chgData name="Lawrence Teixeira" userId="831f394bc9e513ba" providerId="LiveId" clId="{A77AB589-1CC8-4D5E-A735-B2803AC80452}" dt="2026-10-12T16:02:27.181" v="84" actId="478"/>
          <ac:spMkLst>
            <pc:docMk/>
            <pc:sldMk cId="359709624" sldId="278"/>
            <ac:spMk id="20" creationId="{53A48A9C-FB11-48D5-816A-830501D4A1E7}"/>
          </ac:spMkLst>
        </pc:spChg>
        <pc:spChg chg="del">
          <ac:chgData name="Lawrence Teixeira" userId="831f394bc9e513ba" providerId="LiveId" clId="{A77AB589-1CC8-4D5E-A735-B2803AC80452}" dt="2026-10-12T16:02:25.381" v="83" actId="478"/>
          <ac:spMkLst>
            <pc:docMk/>
            <pc:sldMk cId="359709624" sldId="278"/>
            <ac:spMk id="21" creationId="{89494AFF-E543-483B-A24F-0F50DA89C19F}"/>
          </ac:spMkLst>
        </pc:spChg>
      </pc:sldChg>
      <pc:sldChg chg="del">
        <pc:chgData name="Lawrence Teixeira" userId="831f394bc9e513ba" providerId="LiveId" clId="{A77AB589-1CC8-4D5E-A735-B2803AC80452}" dt="2026-10-12T15:58:54.179" v="81" actId="47"/>
        <pc:sldMkLst>
          <pc:docMk/>
          <pc:sldMk cId="200375111" sldId="283"/>
        </pc:sldMkLst>
      </pc:sldChg>
      <pc:sldChg chg="modNotesTx">
        <pc:chgData name="Lawrence Teixeira" userId="831f394bc9e513ba" providerId="LiveId" clId="{A77AB589-1CC8-4D5E-A735-B2803AC80452}" dt="2026-10-12T22:02:16.403" v="265" actId="6549"/>
        <pc:sldMkLst>
          <pc:docMk/>
          <pc:sldMk cId="0" sldId="285"/>
        </pc:sldMkLst>
      </pc:sldChg>
      <pc:sldChg chg="del">
        <pc:chgData name="Lawrence Teixeira" userId="831f394bc9e513ba" providerId="LiveId" clId="{A77AB589-1CC8-4D5E-A735-B2803AC80452}" dt="2026-10-12T15:57:32.334" v="40" actId="47"/>
        <pc:sldMkLst>
          <pc:docMk/>
          <pc:sldMk cId="0" sldId="28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br>
              <a:rPr lang="pt-BR" dirty="0"/>
            </a:br>
            <a:r>
              <a:rPr lang="en-US" sz="1200" b="1" i="0" kern="1200" dirty="0">
                <a:effectLst/>
              </a:rPr>
              <a:t>Prompt é </a:t>
            </a:r>
            <a:r>
              <a:rPr lang="en-US" sz="1200" b="1" i="0" kern="1200" dirty="0" err="1">
                <a:effectLst/>
              </a:rPr>
              <a:t>diferente</a:t>
            </a:r>
            <a:r>
              <a:rPr lang="en-US" sz="1200" b="1" i="0" kern="1200" dirty="0">
                <a:effectLst/>
              </a:rPr>
              <a:t> de </a:t>
            </a:r>
            <a:r>
              <a:rPr lang="en-US" sz="1200" b="1" i="0" kern="1200" dirty="0" err="1">
                <a:effectLst/>
              </a:rPr>
              <a:t>delegar</a:t>
            </a:r>
            <a:endParaRPr lang="en-US" sz="1200" b="1" i="0" kern="1200" dirty="0">
              <a:effectLst/>
            </a:endParaRP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maioria</a:t>
            </a:r>
            <a:r>
              <a:rPr lang="en-US" sz="1200" b="0" i="0" kern="1200" dirty="0">
                <a:effectLst/>
              </a:rPr>
              <a:t> das </a:t>
            </a:r>
            <a:r>
              <a:rPr lang="en-US" sz="1200" b="0" i="0" kern="1200" dirty="0" err="1">
                <a:effectLst/>
              </a:rPr>
              <a:t>pessoas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usa</a:t>
            </a:r>
            <a:r>
              <a:rPr lang="en-US" sz="1200" b="0" i="0" kern="1200" dirty="0">
                <a:effectLst/>
              </a:rPr>
              <a:t> IA no modo prompt: </a:t>
            </a:r>
            <a:r>
              <a:rPr lang="en-US" sz="1200" b="0" i="0" kern="1200" dirty="0" err="1">
                <a:effectLst/>
              </a:rPr>
              <a:t>abre</a:t>
            </a:r>
            <a:r>
              <a:rPr lang="en-US" sz="1200" b="0" i="0" kern="1200" dirty="0">
                <a:effectLst/>
              </a:rPr>
              <a:t> o chat, </a:t>
            </a:r>
            <a:r>
              <a:rPr lang="en-US" sz="1200" b="0" i="0" kern="1200" dirty="0" err="1">
                <a:effectLst/>
              </a:rPr>
              <a:t>pede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recebe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copia</a:t>
            </a:r>
            <a:r>
              <a:rPr lang="en-US" sz="1200" b="0" i="0" kern="1200" dirty="0">
                <a:effectLst/>
              </a:rPr>
              <a:t> e cola. </a:t>
            </a:r>
            <a:r>
              <a:rPr lang="en-US" sz="1200" b="0" i="0" kern="1200" dirty="0" err="1">
                <a:effectLst/>
              </a:rPr>
              <a:t>Funciona</a:t>
            </a:r>
            <a:r>
              <a:rPr lang="en-US" sz="1200" b="0" i="0" kern="1200" dirty="0">
                <a:effectLst/>
              </a:rPr>
              <a:t>, mas </a:t>
            </a:r>
            <a:r>
              <a:rPr lang="en-US" sz="1200" b="0" i="0" kern="1200" dirty="0" err="1">
                <a:effectLst/>
              </a:rPr>
              <a:t>tem</a:t>
            </a:r>
            <a:r>
              <a:rPr lang="en-US" sz="1200" b="0" i="0" kern="1200" dirty="0">
                <a:effectLst/>
              </a:rPr>
              <a:t> um </a:t>
            </a:r>
            <a:r>
              <a:rPr lang="en-US" sz="1200" b="0" i="0" kern="1200" dirty="0" err="1">
                <a:effectLst/>
              </a:rPr>
              <a:t>detalhe</a:t>
            </a:r>
            <a:r>
              <a:rPr lang="en-US" sz="1200" b="0" i="0" kern="1200" dirty="0">
                <a:effectLst/>
              </a:rPr>
              <a:t>. Toda </a:t>
            </a:r>
            <a:r>
              <a:rPr lang="en-US" sz="1200" b="0" i="0" kern="1200" dirty="0" err="1">
                <a:effectLst/>
              </a:rPr>
              <a:t>vez</a:t>
            </a:r>
            <a:r>
              <a:rPr lang="en-US" sz="1200" b="0" i="0" kern="1200" dirty="0">
                <a:effectLst/>
              </a:rPr>
              <a:t> quem </a:t>
            </a:r>
            <a:r>
              <a:rPr lang="en-US" sz="1200" b="0" i="0" kern="1200" dirty="0" err="1">
                <a:effectLst/>
              </a:rPr>
              <a:t>lembra</a:t>
            </a:r>
            <a:r>
              <a:rPr lang="en-US" sz="1200" b="0" i="0" kern="1200" dirty="0">
                <a:effectLst/>
              </a:rPr>
              <a:t>, quem </a:t>
            </a:r>
            <a:r>
              <a:rPr lang="en-US" sz="1200" b="0" i="0" kern="1200" dirty="0" err="1">
                <a:effectLst/>
              </a:rPr>
              <a:t>começa</a:t>
            </a:r>
            <a:r>
              <a:rPr lang="en-US" sz="1200" b="0" i="0" kern="1200" dirty="0">
                <a:effectLst/>
              </a:rPr>
              <a:t> e quem cobra é </a:t>
            </a:r>
            <a:r>
              <a:rPr lang="en-US" sz="1200" b="0" i="0" kern="1200" dirty="0" err="1">
                <a:effectLst/>
              </a:rPr>
              <a:t>você</a:t>
            </a:r>
            <a:r>
              <a:rPr lang="en-US" sz="1200" b="0" i="0" kern="1200" dirty="0">
                <a:effectLst/>
              </a:rPr>
              <a:t>.</a:t>
            </a:r>
          </a:p>
          <a:p>
            <a:pPr fontAlgn="base"/>
            <a:r>
              <a:rPr lang="en-US" sz="1200" b="0" i="0" kern="1200" dirty="0" err="1">
                <a:effectLst/>
              </a:rPr>
              <a:t>Delegar</a:t>
            </a:r>
            <a:r>
              <a:rPr lang="en-US" sz="1200" b="0" i="0" kern="1200" dirty="0">
                <a:effectLst/>
              </a:rPr>
              <a:t> é </a:t>
            </a:r>
            <a:r>
              <a:rPr lang="en-US" sz="1200" b="0" i="0" kern="1200" dirty="0" err="1">
                <a:effectLst/>
              </a:rPr>
              <a:t>outra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coisa</a:t>
            </a:r>
            <a:r>
              <a:rPr lang="en-US" sz="1200" b="0" i="0" kern="1200" dirty="0">
                <a:effectLst/>
              </a:rPr>
              <a:t>. É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uma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rotina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inteira</a:t>
            </a:r>
            <a:r>
              <a:rPr lang="en-US" sz="1200" b="0" i="0" kern="1200" dirty="0">
                <a:effectLst/>
              </a:rPr>
              <a:t> para um </a:t>
            </a:r>
            <a:r>
              <a:rPr lang="en-US" sz="1200" b="0" i="0" kern="1200" dirty="0" err="1">
                <a:effectLst/>
              </a:rPr>
              <a:t>agente</a:t>
            </a:r>
            <a:r>
              <a:rPr lang="en-US" sz="1200" b="0" i="0" kern="1200" dirty="0">
                <a:effectLst/>
              </a:rPr>
              <a:t>: </a:t>
            </a:r>
            <a:r>
              <a:rPr lang="en-US" sz="1200" b="0" i="0" kern="1200" dirty="0" err="1">
                <a:effectLst/>
              </a:rPr>
              <a:t>ele</a:t>
            </a:r>
            <a:r>
              <a:rPr lang="en-US" sz="1200" b="0" i="0" kern="1200" dirty="0">
                <a:effectLst/>
              </a:rPr>
              <a:t> sabe </a:t>
            </a:r>
            <a:r>
              <a:rPr lang="en-US" sz="1200" b="0" i="0" kern="1200" dirty="0" err="1">
                <a:effectLst/>
              </a:rPr>
              <a:t>quando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começar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buscar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e </a:t>
            </a:r>
            <a:r>
              <a:rPr lang="en-US" sz="1200" b="0" i="0" kern="1200" dirty="0" err="1">
                <a:effectLst/>
              </a:rPr>
              <a:t>onde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precisa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parar</a:t>
            </a:r>
            <a:r>
              <a:rPr lang="en-US" sz="1200" b="0" i="0" kern="1200" dirty="0">
                <a:effectLst/>
              </a:rPr>
              <a:t> e me chamar.</a:t>
            </a: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pergunta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mudou</a:t>
            </a:r>
            <a:r>
              <a:rPr lang="en-US" sz="1200" b="0" i="0" kern="1200" dirty="0">
                <a:effectLst/>
              </a:rPr>
              <a:t> meu </a:t>
            </a:r>
            <a:r>
              <a:rPr lang="en-US" sz="1200" b="0" i="0" kern="1200" dirty="0" err="1">
                <a:effectLst/>
              </a:rPr>
              <a:t>jeito</a:t>
            </a:r>
            <a:r>
              <a:rPr lang="en-US" sz="1200" b="0" i="0" kern="1200" dirty="0">
                <a:effectLst/>
              </a:rPr>
              <a:t> de </a:t>
            </a:r>
            <a:r>
              <a:rPr lang="en-US" sz="1200" b="0" i="0" kern="1200" dirty="0" err="1">
                <a:effectLst/>
              </a:rPr>
              <a:t>trabalhar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foi</a:t>
            </a:r>
            <a:r>
              <a:rPr lang="en-US" sz="1200" b="0" i="0" kern="1200" dirty="0">
                <a:effectLst/>
              </a:rPr>
              <a:t> simples: </a:t>
            </a:r>
            <a:r>
              <a:rPr lang="en-US" sz="1200" b="1" i="0" kern="1200" dirty="0">
                <a:effectLst/>
              </a:rPr>
              <a:t>qual </a:t>
            </a:r>
            <a:r>
              <a:rPr lang="en-US" sz="1200" b="1" i="0" kern="1200" dirty="0" err="1">
                <a:effectLst/>
              </a:rPr>
              <a:t>trabalho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eu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faço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toda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semana</a:t>
            </a:r>
            <a:r>
              <a:rPr lang="en-US" sz="1200" b="1" i="0" kern="1200" dirty="0">
                <a:effectLst/>
              </a:rPr>
              <a:t> do </a:t>
            </a:r>
            <a:r>
              <a:rPr lang="en-US" sz="1200" b="1" i="0" kern="1200" dirty="0" err="1">
                <a:effectLst/>
              </a:rPr>
              <a:t>mesmo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jeito</a:t>
            </a:r>
            <a:r>
              <a:rPr lang="en-US" sz="1200" b="1" i="0" kern="1200" dirty="0">
                <a:effectLst/>
              </a:rPr>
              <a:t>?</a:t>
            </a:r>
            <a:r>
              <a:rPr lang="en-US" sz="1200" b="0" i="0" kern="1200" dirty="0">
                <a:effectLst/>
              </a:rPr>
              <a:t> Esse é o </a:t>
            </a:r>
            <a:r>
              <a:rPr lang="en-US" sz="1200" b="0" i="0" kern="1200" dirty="0" err="1">
                <a:effectLst/>
              </a:rPr>
              <a:t>primeiro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candidato</a:t>
            </a:r>
            <a:r>
              <a:rPr lang="en-US" sz="1200" b="0" i="0" kern="1200" dirty="0">
                <a:effectLst/>
              </a:rPr>
              <a:t> a </a:t>
            </a:r>
            <a:r>
              <a:rPr lang="en-US" sz="1200" b="0" i="0" kern="1200" dirty="0" err="1">
                <a:effectLst/>
              </a:rPr>
              <a:t>sair</a:t>
            </a:r>
            <a:r>
              <a:rPr lang="en-US" sz="1200" b="0" i="0" kern="1200" dirty="0">
                <a:effectLst/>
              </a:rPr>
              <a:t> da </a:t>
            </a:r>
            <a:r>
              <a:rPr lang="en-US" sz="1200" b="0" i="0" kern="1200" dirty="0" err="1">
                <a:effectLst/>
              </a:rPr>
              <a:t>minha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mão</a:t>
            </a:r>
            <a:r>
              <a:rPr lang="en-US" sz="1200" b="0" i="0" kern="1200" dirty="0">
                <a:effectLst/>
              </a:rPr>
              <a:t>.</a:t>
            </a:r>
          </a:p>
          <a:p>
            <a:br>
              <a:rPr lang="pt-BR" dirty="0"/>
            </a:br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8,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8: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20:00–27:00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27:00–33:00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11,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6 e 8.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10/12/2026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10/12/2026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10/12/2026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image" Target="../media/image12.pn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1" Type="http://schemas.openxmlformats.org/officeDocument/2006/relationships/image" Target="../media/image10.jpeg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4.png"/><Relationship Id="rId10" Type="http://schemas.openxmlformats.org/officeDocument/2006/relationships/hyperlink" Target="https://play.google.com/store/apps/details?id=tech.butterfly.app" TargetMode="External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image" Target="../media/image9.png"/><Relationship Id="rId14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8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0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802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96146"/>
            <a:ext cx="583868" cy="543193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F64562-DFDF-A1B7-FD62-50E3FF2CE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6329" y="1921585"/>
            <a:ext cx="562051" cy="56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5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0CBA5E-FED5-71F8-5472-E2FE042FC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309" y="876300"/>
            <a:ext cx="245745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8)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6)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8.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13274</Words>
  <Application>Microsoft Office PowerPoint</Application>
  <DocSecurity>0</DocSecurity>
  <PresentationFormat>Widescreen</PresentationFormat>
  <Paragraphs>788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2026-10-12T23:25:33Z</dcterms:modified>
</cp:coreProperties>
</file>